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Grounded claims behind this report (5):</a:t>
            </a:r>
          </a:p>
          <a:p>
            <a:r>
              <a:t>claim-0: Price correlates with Quantity. [cites correlation-9]</a:t>
            </a:r>
          </a:p>
          <a:p>
            <a:r>
              <a:t>claim-1: The champions segment is associated with a value share of 0.598823. [cites rfm-segment_profile-5]</a:t>
            </a:r>
          </a:p>
          <a:p>
            <a:r>
              <a:t>claim-2: The loyal segment is associated with a value share of 0.161834. [cites rfm-segment_profile-6]</a:t>
            </a:r>
          </a:p>
          <a:p>
            <a:r>
              <a:t>claim-3: PINK REGENCY TEACUP AND SAUCER is associated with GREEN REGENCY TEACUP AND SAUCER with a lift of 22.025862. [cites market_basket-association_rule-15]</a:t>
            </a:r>
          </a:p>
          <a:p>
            <a:r>
              <a:t>claim-4: Repeat behaviour is associated with a repeat rate of 0.975429. [cites retention_churn-repeat_behaviour-65]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2161C"/>
                </a:solidFill>
              </a:rPr>
              <a:t>online_retail_II.csv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4B5563"/>
                </a:solidFill>
              </a:rPr>
              <a:t>Run #13  ·  10 Aug 2026, 09:11  ·  narrative: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Data quality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2161C"/>
                </a:solidFill>
              </a:rPr>
              <a:t>- The active baseline for this source is still PROVISIONAL (established automatically on first ingest, not yet confirmed by a human). The findings below describe how this run compares to that unconfirmed baseline.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B5563"/>
                </a:solidFill>
              </a:rPr>
              <a:t>Validation events recorded: 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B5563"/>
                </a:solidFill>
              </a:rPr>
              <a:t>Still awaiting a human decision: 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B5563"/>
                </a:solidFill>
              </a:rPr>
              <a:t>Fixes applied automatically: 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B5563"/>
                </a:solidFill>
              </a:rPr>
              <a:t>Fixes reverted after post-condition checks: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2161C"/>
                </a:solidFill>
              </a:rPr>
              <a:t>Price correlates with Quantity, showing a coefficient of -0.4. In customer segmentation analysis, the champions segment is associated with a value share of 0.598823, while the loyal segment is associated with a value share of 0.161834. Additionally, repeat behaviour is associated with a repeat rate of 0.975429. In market basket analysis, the item PINK REGENCY TEACUP AND SAUCER is associated with GREEN REGENCY TEACUP AND SAUCER with a lift of 22.025862.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Invoice - category frequencies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StockCode - category frequencies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Description - category frequencies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Quantity -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Price -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Customer ID -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Country - category frequencies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Price vs Quantity (every 213th of 1,067,371 points)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Business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Value taken directly from `Price` - no quantity column was detected, so there is nothing to multiply by.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61C"/>
                </a:solidFill>
              </a:rPr>
              <a:t>abc_pareto: 5 finding(s)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61C"/>
                </a:solidFill>
              </a:rPr>
              <a:t>rfm: 7 finding(s)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61C"/>
                </a:solidFill>
              </a:rPr>
              <a:t>cohort_retention: 1 finding(s)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61C"/>
                </a:solidFill>
              </a:rPr>
              <a:t>behavioural_segmentation: 2 finding(s)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61C"/>
                </a:solidFill>
              </a:rPr>
              <a:t>market_basket: 50 finding(s)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61C"/>
                </a:solidFill>
              </a:rPr>
              <a:t>retention_churn: 1 finding(s)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2161C"/>
                </a:solidFill>
              </a:rPr>
              <a:t>historical_clv: 7 finding(s)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Analyses that did not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B5563"/>
                </a:solidFill>
              </a:rPr>
              <a:t>Every analysis was applicable to this run's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2161C"/>
                </a:solidFill>
              </a:rPr>
              <a:t>Quantity (forecast)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1C"/>
                </a:solidFill>
              </a:rPr>
              <a:t>    out-of-sample rmse: 152,220.1762   ·   baseline: naive=142,621.9712, seasonal_naive=100,048.2789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    prediction interval: 121,275.7645 to 498,375.2902 at 80% confidence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2161C"/>
                </a:solidFill>
              </a:rPr>
              <a:t>Quantity (forecast)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1C"/>
                </a:solidFill>
              </a:rPr>
              <a:t>    out-of-sample rmse: 152,220.1762   ·   baseline: naive=142,621.9712, seasonal_naive=100,048.2789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    prediction interval: 121,275.7645 to 498,375.2902 at 80% confidence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61C"/>
                </a:solidFill>
              </a:rPr>
              <a:t>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B5563"/>
                </a:solidFill>
              </a:rPr>
              <a:t>Nodes visited, and the edge taken out of each: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1C"/>
                </a:solidFill>
              </a:rPr>
              <a:t>    ingestion  -&gt;  explore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1C"/>
                </a:solidFill>
              </a:rPr>
              <a:t>    exploration  -&gt;  -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1C"/>
                </a:solidFill>
              </a:rPr>
              <a:t>    business_analytics  -&gt;  -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2161C"/>
                </a:solidFill>
              </a:rPr>
              <a:t>    narrative  -&gt;  -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B5563"/>
                </a:solidFill>
              </a:rPr>
              <a:t>No escalation on this run required a human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